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3108960" cy="310896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EF646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868680"/>
            <a:ext cx="777240" cy="7772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6" name="Image 0" descr="/sessions/gifted-ecstatic-mccarthy/mnt/outputs/pptx_build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055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NUMÉRIQUE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 Numérique pour les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Filles Afghanes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malgré l’interdiction — une salle de classe dans un téléphone.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Reza Hussaini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6108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Genève  ·  17 juillet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filles afghanes n’ont plus le droit d’aller à l’école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5" name="Image 0" descr="/sessions/gifted-ecstatic-mccarthy/mnt/outputs/pptx_build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259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2021, les talibans interdisent l’école aux filles après la 6ème année.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L’Afghanistan est le seul pays au monde avec cette interdiction.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filles restent à la maison, sans école et sans espoir.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78040" y="1920240"/>
            <a:ext cx="4343400" cy="3794760"/>
          </a:xfrm>
          <a:prstGeom prst="roundRect">
            <a:avLst>
              <a:gd name="adj" fmla="val 3373"/>
            </a:avLst>
          </a:prstGeom>
          <a:solidFill>
            <a:srgbClr val="F7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2331720"/>
            <a:ext cx="4343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7178040" y="35204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4023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filles afghanes sont privées d’école aujourd’hui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3800" y="52578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 : ONU / UNESCO, 2026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école complète dans une application mobile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6" name="Image 0" descr="/sessions/gifted-ecstatic-mccarthy/mnt/outputs/pptx_build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Gratuite et mobile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sur le téléphone, accessible partout.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1488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468880"/>
            <a:ext cx="777240" cy="77724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11" name="Image 1" descr="/sessions/gifted-ecstatic-mccarthy/mnt/outputs/pptx_build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6631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Sûre et privée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9319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filles apprennent chez elles, en toute sécurité.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1488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2468880"/>
            <a:ext cx="777240" cy="7772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6" name="Image 2" descr="/sessions/gifted-ecstatic-mccarthy/mnt/outputs/pptx_build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0" y="26631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Vrais cours officiels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183880" y="39319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livres scolaires afghans, de la 7ème à la 12ème.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marche ? Trois étapes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0594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/sessions/gifted-ecstatic-mccarthy/mnt/outputs/pptx_build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571" y="2535631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6430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430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Télécharger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L’élève installe l’application sur son téléphone.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50208" y="25146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1782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/sessions/gifted-ecstatic-mccarthy/mnt/outputs/pptx_build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451" y="2535631"/>
            <a:ext cx="460858" cy="4608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7618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7618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25196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3484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choisit sa classe et sa matière préférée.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62088" y="25146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902970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2" descr="/sessions/gifted-ecstatic-mccarthy/mnt/outputs/pptx_build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331" y="2535631"/>
            <a:ext cx="460858" cy="46085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68806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8806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86384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04672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professeur intelligent l’accompagne, pas à pas.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bibliothèque complète de vrais manuels scolaires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manuels officiels afghans, de la 7ème à la 12ème classe.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Mathématiques, sciences, langues, histoire, et plus encore.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livre est organisé automatiquement en chapitres et leçons.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6" name="Image 0" descr="/sessions/gifted-ecstatic-mccarthy/mnt/outputs/pptx_build/icons/lis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47663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6817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claire : Matière → Chapitre → Leçon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040880" y="2011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0" y="2011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Mathématiques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72600" y="2011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B1F3B"/>
          </a:solidFill>
          <a:ln/>
        </p:spPr>
      </p:sp>
      <p:sp>
        <p:nvSpPr>
          <p:cNvPr id="11" name="Text 8"/>
          <p:cNvSpPr/>
          <p:nvPr/>
        </p:nvSpPr>
        <p:spPr>
          <a:xfrm>
            <a:off x="9372600" y="2011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40880" y="3154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EF6461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3154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72600" y="3154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EF6461"/>
          </a:solidFill>
          <a:ln/>
        </p:spPr>
      </p:sp>
      <p:sp>
        <p:nvSpPr>
          <p:cNvPr id="15" name="Text 12"/>
          <p:cNvSpPr/>
          <p:nvPr/>
        </p:nvSpPr>
        <p:spPr>
          <a:xfrm>
            <a:off x="9372600" y="3154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Anglais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40880" y="4297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B1F3B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Histoire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372600" y="42976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B1F3B"/>
          </a:solidFill>
          <a:ln/>
        </p:spPr>
      </p:sp>
      <p:sp>
        <p:nvSpPr>
          <p:cNvPr id="19" name="Text 16"/>
          <p:cNvSpPr/>
          <p:nvPr/>
        </p:nvSpPr>
        <p:spPr>
          <a:xfrm>
            <a:off x="9372600" y="42976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Géographie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professeur intelligent, disponible jour et nuit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/sessions/gifted-ecstatic-mccarthy/mnt/outputs/pptx_build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602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11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explique une petite partie du cours, puis pose des questions. Il continue seulement quand l’élève a bien compris.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8" name="Image 1" descr="/sessions/gifted-ecstatic-mccarthy/mnt/outputs/pptx_build/icons/list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401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Explique étape par étape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371600" y="3721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morceau de leçon à la fois — jamais tout d’un coup.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2" name="Image 2" descr="/sessions/gifted-ecstatic-mccarthy/mnt/outputs/pptx_build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2702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 la compréhension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371600" y="45902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réponses et exemples avant de continuer.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6" name="Image 3" descr="/sessions/gifted-ecstatic-mccarthy/mnt/outputs/pptx_build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035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51389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souvient de la progression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371600" y="54589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L’élève reprend exactement où elle s’était arrêtée.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223760" y="1965960"/>
            <a:ext cx="4297680" cy="4160520"/>
          </a:xfrm>
          <a:prstGeom prst="roundRect">
            <a:avLst>
              <a:gd name="adj" fmla="val 3077"/>
            </a:avLst>
          </a:prstGeom>
          <a:solidFill>
            <a:srgbClr val="1B1F3B"/>
          </a:solidFill>
          <a:ln/>
        </p:spPr>
      </p:sp>
      <p:sp>
        <p:nvSpPr>
          <p:cNvPr id="20" name="Text 14"/>
          <p:cNvSpPr/>
          <p:nvPr/>
        </p:nvSpPr>
        <p:spPr>
          <a:xfrm>
            <a:off x="7635240" y="23317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Bien joué ! Tu as compris la première partie.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 la suite ensemble. »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635240" y="3931920"/>
            <a:ext cx="640080" cy="64008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22" name="Image 4" descr="/sessions/gifted-ecstatic-mccarthy/mnt/outputs/pptx_build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40919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40416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sur 5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635240" y="4709160"/>
            <a:ext cx="3474720" cy="182880"/>
          </a:xfrm>
          <a:prstGeom prst="roundRect">
            <a:avLst>
              <a:gd name="adj" fmla="val 50000"/>
            </a:avLst>
          </a:prstGeom>
          <a:solidFill>
            <a:srgbClr val="2E3260"/>
          </a:solidFill>
          <a:ln/>
        </p:spPr>
      </p:sp>
      <p:sp>
        <p:nvSpPr>
          <p:cNvPr id="25" name="Shape 18"/>
          <p:cNvSpPr/>
          <p:nvPr/>
        </p:nvSpPr>
        <p:spPr>
          <a:xfrm>
            <a:off x="7635240" y="4709160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</p:sp>
      <p:sp>
        <p:nvSpPr>
          <p:cNvPr id="26" name="Text 19"/>
          <p:cNvSpPr/>
          <p:nvPr/>
        </p:nvSpPr>
        <p:spPr>
          <a:xfrm>
            <a:off x="7635240" y="5074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Amitié · Points gagnés à la fin de la leçon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3840480" cy="384048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3" name="Shape 1"/>
          <p:cNvSpPr/>
          <p:nvPr/>
        </p:nvSpPr>
        <p:spPr>
          <a:xfrm>
            <a:off x="5500116" y="1188720"/>
            <a:ext cx="1188720" cy="118872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4" name="Image 0" descr="/sessions/gifted-ecstatic-mccarthy/mnt/outputs/pptx_build/icons/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149778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voix qui parle et qui écoute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19456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leçons peuvent être écoutées à voix haute, et l’élève peut répondre en parlant — utile pour celles qui lisent moins vite.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53996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733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5399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en dari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05756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733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0575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vocale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57516" y="47091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733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7516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libres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élève voit sa propre progression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/sessions/gifted-ecstatic-mccarthy/mnt/outputs/pptx_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1831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barre de progression pour chaque leçon, chapitre et matière.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points sont gagnés à la fin de chaque leçon terminée.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L’élève reprend toujours exactement là où elle s’est arrêtée.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040880" y="1965960"/>
            <a:ext cx="4480560" cy="4160520"/>
          </a:xfrm>
          <a:prstGeom prst="roundRect">
            <a:avLst>
              <a:gd name="adj" fmla="val 3077"/>
            </a:avLst>
          </a:prstGeom>
          <a:solidFill>
            <a:srgbClr val="F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8823960" y="2331720"/>
            <a:ext cx="914400" cy="91440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9" name="Image 1" descr="/sessions/gifted-ecstatic-mccarthy/mnt/outputs/pptx_build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33832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PROGRESSION EN MATHÉMATIQUES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06640" y="4709160"/>
            <a:ext cx="3749040" cy="201168"/>
          </a:xfrm>
          <a:prstGeom prst="roundRect">
            <a:avLst>
              <a:gd name="adj" fmla="val 50000"/>
            </a:avLst>
          </a:prstGeom>
          <a:solidFill>
            <a:srgbClr val="E4DED2"/>
          </a:solidFill>
          <a:ln/>
        </p:spPr>
      </p:sp>
      <p:sp>
        <p:nvSpPr>
          <p:cNvPr id="13" name="Shape 9"/>
          <p:cNvSpPr/>
          <p:nvPr/>
        </p:nvSpPr>
        <p:spPr>
          <a:xfrm>
            <a:off x="7406640" y="4709160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</p:sp>
      <p:sp>
        <p:nvSpPr>
          <p:cNvPr id="14" name="Text 10"/>
          <p:cNvSpPr/>
          <p:nvPr/>
        </p:nvSpPr>
        <p:spPr>
          <a:xfrm>
            <a:off x="7040880" y="5074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leçons terminées sur 25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parents suivent l’apprentissage en toute confiance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sessions/gifted-ecstatic-mccarthy/mnt/outputs/pptx_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7089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simple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voient les progrès de leur fille facilement.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514600"/>
            <a:ext cx="777240" cy="77724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11" name="Image 1" descr="/sessions/gifted-ecstatic-mccarthy/mnt/outputs/pptx_build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7089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 et sécurité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7200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pensée pour rassurer toute la famille.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7F3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251460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/sessions/gifted-ecstatic-mccarthy/mnt/outputs/pptx_build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0" y="27089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18388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à tout moment, même avec une connexion faible.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gestion complète, du livre à la salle de classe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0594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/sessions/gifted-ecstatic-mccarthy/mnt/outputs/pptx_build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571" y="2535631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6430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430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Téléverser un livre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L’administrateur ajoute un manuel scolaire.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50208" y="25146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1782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/sessions/gifted-ecstatic-mccarthy/mnt/outputs/pptx_build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451" y="2535631"/>
            <a:ext cx="460858" cy="4608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7618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7618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25196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L’IA l’organise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443484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et leçons sont créés automatiquement.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62088" y="25146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9029700" y="2286000"/>
            <a:ext cx="960120" cy="9601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2" descr="/sessions/gifted-ecstatic-mccarthy/mnt/outputs/pptx_build/icons/c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331" y="2535631"/>
            <a:ext cx="460858" cy="46085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688068" y="2157984"/>
            <a:ext cx="384048" cy="384048"/>
          </a:xfrm>
          <a:prstGeom prst="ellipse">
            <a:avLst/>
          </a:prstGeom>
          <a:solidFill>
            <a:srgbClr val="EF64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8806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86384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L’admin corrige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8046720" y="39776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Édition, fusion ou division des leçons si besoin.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114800" cy="411480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3" name="Shape 1"/>
          <p:cNvSpPr/>
          <p:nvPr/>
        </p:nvSpPr>
        <p:spPr>
          <a:xfrm>
            <a:off x="5500116" y="1188720"/>
            <a:ext cx="1188720" cy="1188720"/>
          </a:xfrm>
          <a:prstGeom prst="ellipse">
            <a:avLst/>
          </a:prstGeom>
          <a:solidFill>
            <a:srgbClr val="EF6461"/>
          </a:solidFill>
          <a:ln/>
        </p:spPr>
      </p:sp>
      <p:pic>
        <p:nvPicPr>
          <p:cNvPr id="4" name="Image 0" descr="/sessions/gifted-ecstatic-mccarthy/mnt/outputs/pptx_build/icons/hand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149778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Conçue pour la sécurité et la dignité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19456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 sensible n’est partagée. L’application respecte la vie privée de chaque élève et de sa famille.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technologie simple, rapide et fiable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/sessions/gifted-ecstatic-mccarthy/mnt/outputs/pptx_build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3431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1762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Flutter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258775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Android et iOS, avec une interface légère et rapide.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9" name="Image 1" descr="/sessions/gifted-ecstatic-mccarthy/mnt/outputs/pptx_build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357759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410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 infonuagique sécurisé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45920" y="38221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stockées et protégées sur des serveurs modernes.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2" descr="/sessions/gifted-ecstatic-mccarthy/mnt/outputs/pptx_build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481203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6451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 intégrée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45920" y="50566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d’IA anime le professeur intelligent et la voix.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822960"/>
            <a:ext cx="777240" cy="7772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4" name="Image 0" descr="/sessions/gifted-ecstatic-mccarthy/mnt/outputs/pptx_build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017270"/>
            <a:ext cx="388620" cy="388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fille ne doit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cesser d’apprendre.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application est une salle de classe qu’aucune interdiction ne peut fermer.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486400"/>
            <a:ext cx="2194560" cy="2194560"/>
          </a:xfrm>
          <a:prstGeom prst="ellipse">
            <a:avLst/>
          </a:prstGeom>
          <a:solidFill>
            <a:srgbClr val="141733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737360"/>
            <a:ext cx="1005840" cy="100584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5" name="Image 0" descr="/sessions/gifted-ecstatic-mccarthy/mnt/outputs/pptx_build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9988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01752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371600" y="40233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sont les bienvenues.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Reza Hussaini  ·  alireza.geneva2024@gmail.com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Numérique pour les Filles Afghanes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2026-07-16T21:39:50Z</dcterms:created>
  <dcterms:modified xsi:type="dcterms:W3CDTF">2026-07-16T21:39:50Z</dcterms:modified>
</cp:coreProperties>
</file>